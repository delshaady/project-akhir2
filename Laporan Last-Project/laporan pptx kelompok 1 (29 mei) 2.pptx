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7" r:id="rId7"/>
    <p:sldId id="268" r:id="rId8"/>
    <p:sldId id="262" r:id="rId9"/>
    <p:sldId id="263" r:id="rId10"/>
    <p:sldId id="264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81" r:id="rId22"/>
    <p:sldId id="279" r:id="rId23"/>
    <p:sldId id="280" r:id="rId24"/>
    <p:sldId id="283" r:id="rId25"/>
    <p:sldId id="282" r:id="rId26"/>
    <p:sldId id="284" r:id="rId27"/>
    <p:sldId id="266" r:id="rId28"/>
    <p:sldId id="265" r:id="rId29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CD8F5B80-DBD3-164F-58DF-3D6E6F450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d-ID"/>
              <a:t>Klik untuk mengedit gaya judul Master</a:t>
            </a:r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05FA54D3-0001-406C-7107-B5511340BF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d-ID"/>
              <a:t>Klik untuk mengedit gaya subjudul Master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23E8B2D0-DB04-8FEE-50BB-F5D12349F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AD41-BC3C-CF44-A0BE-CBD6B3987ACF}" type="datetimeFigureOut">
              <a:rPr lang="id-ID" smtClean="0"/>
              <a:t>29/05/2025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AC18EB12-1FCC-6EBA-EA6A-E03CF8197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EE063189-3A56-C69D-61BE-A205D3246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0F52-3E70-2E4D-8F5A-2B6CA45A2C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2301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5501AE6D-9695-2789-2255-A033CCF8C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62D71BB9-8638-22A0-B797-902EE33CC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9D4DA421-A432-676F-B996-1AA5C8BD7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AD41-BC3C-CF44-A0BE-CBD6B3987ACF}" type="datetimeFigureOut">
              <a:rPr lang="id-ID" smtClean="0"/>
              <a:t>29/05/2025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3438253F-7093-AEBC-85A5-D8A9732DC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6E015D48-8F55-5DD7-53DB-2F6D8E3E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0F52-3E70-2E4D-8F5A-2B6CA45A2C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59982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9F059AB9-32E6-B5AE-7781-5F170425F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E3B24147-FCA7-B027-F9F4-5667A541C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A94D701C-1628-435C-B9D3-65F4BAA42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AD41-BC3C-CF44-A0BE-CBD6B3987ACF}" type="datetimeFigureOut">
              <a:rPr lang="id-ID" smtClean="0"/>
              <a:t>29/05/2025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B330BDD9-0DF5-72D3-6F89-DA5B43D84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FB0A9910-4AEF-D82C-9E75-EFD9E9D06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0F52-3E70-2E4D-8F5A-2B6CA45A2C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5416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D4CBE46-6601-0CCC-B40B-28A3716F6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976D9D26-5327-F36D-FA4F-38736A1DFA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67A7B9B0-3B7C-D71F-2EEE-21A8090A0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BECF18E7-7BB0-6C1A-FA50-EBB0364E4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AD41-BC3C-CF44-A0BE-CBD6B3987ACF}" type="datetimeFigureOut">
              <a:rPr lang="id-ID" smtClean="0"/>
              <a:t>29/05/2025</a:t>
            </a:fld>
            <a:endParaRPr lang="id-ID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0DCD4199-0F2C-44DA-A43A-60807EF88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B203951D-1FD6-0096-DF1E-D667F89ED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0F52-3E70-2E4D-8F5A-2B6CA45A2C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84622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13F4819-AE36-1342-058E-804EDBC80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0B3363EC-9FC6-0EDC-63C4-238A5A1A0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9C32965F-A380-1804-B196-2AA453A8E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5" name="Tampungan Teks 4">
            <a:extLst>
              <a:ext uri="{FF2B5EF4-FFF2-40B4-BE49-F238E27FC236}">
                <a16:creationId xmlns:a16="http://schemas.microsoft.com/office/drawing/2014/main" id="{4BA5B59F-4F2F-09D2-AE15-7B4B276CC1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6" name="Tampungan Konten 5">
            <a:extLst>
              <a:ext uri="{FF2B5EF4-FFF2-40B4-BE49-F238E27FC236}">
                <a16:creationId xmlns:a16="http://schemas.microsoft.com/office/drawing/2014/main" id="{C2D88693-C630-1680-60FC-257890FB9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7" name="Tampungan Tanggal 6">
            <a:extLst>
              <a:ext uri="{FF2B5EF4-FFF2-40B4-BE49-F238E27FC236}">
                <a16:creationId xmlns:a16="http://schemas.microsoft.com/office/drawing/2014/main" id="{78AD7938-9559-B8FB-A142-B498578FF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AD41-BC3C-CF44-A0BE-CBD6B3987ACF}" type="datetimeFigureOut">
              <a:rPr lang="id-ID" smtClean="0"/>
              <a:t>29/05/2025</a:t>
            </a:fld>
            <a:endParaRPr lang="id-ID"/>
          </a:p>
        </p:txBody>
      </p:sp>
      <p:sp>
        <p:nvSpPr>
          <p:cNvPr id="8" name="Tampungan Kaki 7">
            <a:extLst>
              <a:ext uri="{FF2B5EF4-FFF2-40B4-BE49-F238E27FC236}">
                <a16:creationId xmlns:a16="http://schemas.microsoft.com/office/drawing/2014/main" id="{71417B01-28F7-0C58-D15C-2CF14DF10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Tampungan Nomor Slide 8">
            <a:extLst>
              <a:ext uri="{FF2B5EF4-FFF2-40B4-BE49-F238E27FC236}">
                <a16:creationId xmlns:a16="http://schemas.microsoft.com/office/drawing/2014/main" id="{771E2B82-88EC-DB56-4562-8252E8D31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0F52-3E70-2E4D-8F5A-2B6CA45A2C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82710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056189F2-E5C2-9841-714C-6A1C8CFB8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anggal 2">
            <a:extLst>
              <a:ext uri="{FF2B5EF4-FFF2-40B4-BE49-F238E27FC236}">
                <a16:creationId xmlns:a16="http://schemas.microsoft.com/office/drawing/2014/main" id="{AF30B411-6853-58C1-9B23-7FB6BE321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AD41-BC3C-CF44-A0BE-CBD6B3987ACF}" type="datetimeFigureOut">
              <a:rPr lang="id-ID" smtClean="0"/>
              <a:t>29/05/2025</a:t>
            </a:fld>
            <a:endParaRPr lang="id-ID"/>
          </a:p>
        </p:txBody>
      </p:sp>
      <p:sp>
        <p:nvSpPr>
          <p:cNvPr id="4" name="Tampungan Kaki 3">
            <a:extLst>
              <a:ext uri="{FF2B5EF4-FFF2-40B4-BE49-F238E27FC236}">
                <a16:creationId xmlns:a16="http://schemas.microsoft.com/office/drawing/2014/main" id="{30BADA15-00CC-610C-9C1F-996E8E98C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Tampungan Nomor Slide 4">
            <a:extLst>
              <a:ext uri="{FF2B5EF4-FFF2-40B4-BE49-F238E27FC236}">
                <a16:creationId xmlns:a16="http://schemas.microsoft.com/office/drawing/2014/main" id="{6DB3C6B4-E6AF-2C4D-177C-6BB95497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0F52-3E70-2E4D-8F5A-2B6CA45A2C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86665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Tanggal 1">
            <a:extLst>
              <a:ext uri="{FF2B5EF4-FFF2-40B4-BE49-F238E27FC236}">
                <a16:creationId xmlns:a16="http://schemas.microsoft.com/office/drawing/2014/main" id="{8DFF2A5F-A2CA-0018-3C73-628D21002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AD41-BC3C-CF44-A0BE-CBD6B3987ACF}" type="datetimeFigureOut">
              <a:rPr lang="id-ID" smtClean="0"/>
              <a:t>29/05/2025</a:t>
            </a:fld>
            <a:endParaRPr lang="id-ID"/>
          </a:p>
        </p:txBody>
      </p:sp>
      <p:sp>
        <p:nvSpPr>
          <p:cNvPr id="3" name="Tampungan Kaki 2">
            <a:extLst>
              <a:ext uri="{FF2B5EF4-FFF2-40B4-BE49-F238E27FC236}">
                <a16:creationId xmlns:a16="http://schemas.microsoft.com/office/drawing/2014/main" id="{402E4FEC-8A9D-3312-EFA3-F627FFB06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Tampungan Nomor Slide 3">
            <a:extLst>
              <a:ext uri="{FF2B5EF4-FFF2-40B4-BE49-F238E27FC236}">
                <a16:creationId xmlns:a16="http://schemas.microsoft.com/office/drawing/2014/main" id="{4A5181F7-55FF-CE00-9545-52E2D8384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0F52-3E70-2E4D-8F5A-2B6CA45A2C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71561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A45538BF-B022-2EB5-349B-0FC5AF3B4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70D8DB63-11FE-FC1A-C4DA-0BEF307C1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60B13FAB-8CA6-5DAC-EB3C-0D17FC380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BCD6DC30-568A-06F6-0182-9817C19CF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AD41-BC3C-CF44-A0BE-CBD6B3987ACF}" type="datetimeFigureOut">
              <a:rPr lang="id-ID" smtClean="0"/>
              <a:t>29/05/2025</a:t>
            </a:fld>
            <a:endParaRPr lang="id-ID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91A6E896-19A0-9175-9AFA-193E0F294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CFD1DBCD-288E-A5A5-5CFB-A2ED40BAC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0F52-3E70-2E4D-8F5A-2B6CA45A2C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80187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B90446F0-AD65-103D-890D-F22698DAC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</a:p>
        </p:txBody>
      </p:sp>
      <p:sp>
        <p:nvSpPr>
          <p:cNvPr id="3" name="Tampungan Gambar 2">
            <a:extLst>
              <a:ext uri="{FF2B5EF4-FFF2-40B4-BE49-F238E27FC236}">
                <a16:creationId xmlns:a16="http://schemas.microsoft.com/office/drawing/2014/main" id="{7B5B98BD-ECFE-7D74-9971-B983E2771B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325CD72E-2AE6-B14E-3AE0-8483766FAC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8CFBAE65-73AB-7216-2C6D-E5E77110B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AD41-BC3C-CF44-A0BE-CBD6B3987ACF}" type="datetimeFigureOut">
              <a:rPr lang="id-ID" smtClean="0"/>
              <a:t>29/05/2025</a:t>
            </a:fld>
            <a:endParaRPr lang="id-ID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3E522D0B-7967-DEA5-97BD-A8C38BEA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BA0B896C-3D81-92D0-8EA2-4ED19D8B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0F52-3E70-2E4D-8F5A-2B6CA45A2C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08113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3A4846EB-BD9F-F358-612A-96AC1A2E4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D1816A78-1E79-95E0-4CDA-B53DA2F8B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64A6A49D-91CD-A179-BFAF-6C9C6913F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AD41-BC3C-CF44-A0BE-CBD6B3987ACF}" type="datetimeFigureOut">
              <a:rPr lang="id-ID" smtClean="0"/>
              <a:t>29/05/2025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846E60DA-DEAD-575D-ED8A-38CF717A9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A4BE62C9-101C-C242-DD65-665B95247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0F52-3E70-2E4D-8F5A-2B6CA45A2C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37108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Judul Vertikal dan Te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Vertikal 1">
            <a:extLst>
              <a:ext uri="{FF2B5EF4-FFF2-40B4-BE49-F238E27FC236}">
                <a16:creationId xmlns:a16="http://schemas.microsoft.com/office/drawing/2014/main" id="{46DE9C9C-CB5E-520E-1B02-9427723369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B9605566-1CBF-0C66-DA2C-5681032D6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1471B510-6F51-BC61-88E1-7AB3C534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AD41-BC3C-CF44-A0BE-CBD6B3987ACF}" type="datetimeFigureOut">
              <a:rPr lang="id-ID" smtClean="0"/>
              <a:t>29/05/2025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EA22EFBE-7EB6-C93C-4B17-7F6DE1FE3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4E5F1FCB-0BD0-9337-BC68-870E8E40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0F52-3E70-2E4D-8F5A-2B6CA45A2C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18581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Judul 1">
            <a:extLst>
              <a:ext uri="{FF2B5EF4-FFF2-40B4-BE49-F238E27FC236}">
                <a16:creationId xmlns:a16="http://schemas.microsoft.com/office/drawing/2014/main" id="{596FF55E-A1FB-2224-4E60-4F2964CDA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93630E00-DC0C-0F52-D422-53C229C9E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EA10F60F-7E36-69F4-8302-677B345E7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F6AD41-BC3C-CF44-A0BE-CBD6B3987ACF}" type="datetimeFigureOut">
              <a:rPr lang="id-ID" smtClean="0"/>
              <a:t>29/05/2025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4D564576-C07B-C0B9-EFFA-B4E31AD27A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AF8C8BE5-BE42-4911-744F-1336307CA7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30F52-3E70-2E4D-8F5A-2B6CA45A2C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3648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 /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4">
            <a:extLst>
              <a:ext uri="{FF2B5EF4-FFF2-40B4-BE49-F238E27FC236}">
                <a16:creationId xmlns:a16="http://schemas.microsoft.com/office/drawing/2014/main" id="{998DE970-C937-8DC9-4167-305CDF86A2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Judul 1">
            <a:extLst>
              <a:ext uri="{FF2B5EF4-FFF2-40B4-BE49-F238E27FC236}">
                <a16:creationId xmlns:a16="http://schemas.microsoft.com/office/drawing/2014/main" id="{2E08FF7B-0EEA-4158-AB43-821AFC84E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92833" y="375165"/>
            <a:ext cx="9072282" cy="2678672"/>
          </a:xfrm>
        </p:spPr>
        <p:txBody>
          <a:bodyPr>
            <a:normAutofit/>
          </a:bodyPr>
          <a:lstStyle/>
          <a:p>
            <a:r>
              <a:rPr lang="id-ID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Situs Web</a:t>
            </a:r>
            <a:br>
              <a:rPr lang="id-ID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d-ID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Dtrifht</a:t>
            </a:r>
            <a:r>
              <a:rPr lang="id-ID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8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outfit</a:t>
            </a:r>
            <a:endParaRPr lang="id-ID" sz="8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E90269B1-060F-23DE-C8B0-68A3B6F1A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972" y="3429000"/>
            <a:ext cx="9298012" cy="3429000"/>
          </a:xfrm>
        </p:spPr>
        <p:txBody>
          <a:bodyPr>
            <a:normAutofit/>
          </a:bodyPr>
          <a:lstStyle/>
          <a:p>
            <a:pPr algn="l"/>
            <a:r>
              <a:rPr lang="id-ID" sz="3600" dirty="0">
                <a:solidFill>
                  <a:schemeClr val="bg1"/>
                </a:solidFill>
              </a:rPr>
              <a:t>Kelompok</a:t>
            </a:r>
            <a:r>
              <a:rPr lang="id-ID" sz="3600" dirty="0"/>
              <a:t> </a:t>
            </a:r>
            <a:r>
              <a:rPr lang="id-ID" sz="3600" dirty="0">
                <a:solidFill>
                  <a:schemeClr val="bg1"/>
                </a:solidFill>
              </a:rPr>
              <a:t>1</a:t>
            </a:r>
            <a:endParaRPr lang="id-ID" sz="36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d-ID" sz="3600" b="1" dirty="0" err="1">
                <a:solidFill>
                  <a:schemeClr val="bg1"/>
                </a:solidFill>
              </a:rPr>
              <a:t>Delshady</a:t>
            </a:r>
            <a:r>
              <a:rPr lang="id-ID" sz="3600" b="1" dirty="0">
                <a:solidFill>
                  <a:schemeClr val="bg1"/>
                </a:solidFill>
              </a:rPr>
              <a:t> Amanullah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d-ID" sz="3600" b="1" dirty="0">
                <a:solidFill>
                  <a:schemeClr val="bg1"/>
                </a:solidFill>
              </a:rPr>
              <a:t>Abdullah Richie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d-ID" sz="3600" b="1">
                <a:solidFill>
                  <a:schemeClr val="bg1"/>
                </a:solidFill>
              </a:rPr>
              <a:t>M.Arul</a:t>
            </a:r>
            <a:r>
              <a:rPr lang="id-ID" sz="3600" b="1" dirty="0">
                <a:solidFill>
                  <a:schemeClr val="bg1"/>
                </a:solidFill>
              </a:rPr>
              <a:t> Maulana</a:t>
            </a:r>
          </a:p>
          <a:p>
            <a:pPr algn="l"/>
            <a:r>
              <a:rPr lang="id-ID" sz="3600" b="1" dirty="0">
                <a:solidFill>
                  <a:schemeClr val="bg1"/>
                </a:solidFill>
              </a:rPr>
              <a:t>• </a:t>
            </a:r>
            <a:r>
              <a:rPr lang="id-ID" sz="3600" b="1" dirty="0" err="1">
                <a:solidFill>
                  <a:schemeClr val="bg1"/>
                </a:solidFill>
              </a:rPr>
              <a:t>M.Insan</a:t>
            </a:r>
            <a:r>
              <a:rPr lang="id-ID" sz="3600" b="1" dirty="0">
                <a:solidFill>
                  <a:schemeClr val="bg1"/>
                </a:solidFill>
              </a:rPr>
              <a:t> kamil</a:t>
            </a:r>
          </a:p>
          <a:p>
            <a:pPr algn="l"/>
            <a:endParaRPr lang="id-ID" sz="3600" dirty="0"/>
          </a:p>
        </p:txBody>
      </p:sp>
    </p:spTree>
    <p:extLst>
      <p:ext uri="{BB962C8B-B14F-4D97-AF65-F5344CB8AC3E}">
        <p14:creationId xmlns:p14="http://schemas.microsoft.com/office/powerpoint/2010/main" val="318143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04D28891-624E-8DAD-487E-34B612A7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Pendahuluan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B7EE1D70-B9B8-5A10-05AB-9962F57A8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 era digital yang semakin berkembang, keberadaan situs web menjadi salah satu sarana penting untuk menyampaikan informasi, menjangkau </a:t>
            </a:r>
            <a:r>
              <a:rPr lang="id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audiens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lebih luas, dan meningkatkan interaksi dengan pengguna. Seiring dengan kebutuhan tersebut, kami dari Kelompok 1 yang terdiri atas </a:t>
            </a:r>
            <a:r>
              <a:rPr lang="id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Delshady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Amanullah, Abdullah Richie, M. Arul, dan M Insan Kamil, berinisiatif untuk mengembangkan sebuah Project Situs Web yang bertujuan untuk memberikan solusi digital yang efektif dan </a:t>
            </a:r>
            <a:r>
              <a:rPr lang="id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6679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ambar 7">
            <a:extLst>
              <a:ext uri="{FF2B5EF4-FFF2-40B4-BE49-F238E27FC236}">
                <a16:creationId xmlns:a16="http://schemas.microsoft.com/office/drawing/2014/main" id="{0B5CBEB3-7311-525E-8244-D011D1437C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491" y="1399437"/>
            <a:ext cx="7157426" cy="5014047"/>
          </a:xfrm>
        </p:spPr>
      </p:pic>
      <p:sp>
        <p:nvSpPr>
          <p:cNvPr id="2" name="Judul 1">
            <a:extLst>
              <a:ext uri="{FF2B5EF4-FFF2-40B4-BE49-F238E27FC236}">
                <a16:creationId xmlns:a16="http://schemas.microsoft.com/office/drawing/2014/main" id="{F79632A3-53DF-AEE7-FAED-981AB8291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Tampilan </a:t>
            </a:r>
            <a:r>
              <a:rPr lang="id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 saat di laptop</a:t>
            </a:r>
          </a:p>
        </p:txBody>
      </p:sp>
      <p:sp>
        <p:nvSpPr>
          <p:cNvPr id="9" name="Kotak Teks 8">
            <a:extLst>
              <a:ext uri="{FF2B5EF4-FFF2-40B4-BE49-F238E27FC236}">
                <a16:creationId xmlns:a16="http://schemas.microsoft.com/office/drawing/2014/main" id="{1E28FE5A-B02D-9A1D-D0B5-10F4A803F8AC}"/>
              </a:ext>
            </a:extLst>
          </p:cNvPr>
          <p:cNvSpPr txBox="1"/>
          <p:nvPr/>
        </p:nvSpPr>
        <p:spPr>
          <a:xfrm>
            <a:off x="7333205" y="2873240"/>
            <a:ext cx="4418180" cy="25853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979662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76721808-5B5E-BB65-E4CB-8B06203CE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472" y="75948"/>
            <a:ext cx="10515600" cy="1325563"/>
          </a:xfrm>
        </p:spPr>
        <p:txBody>
          <a:bodyPr/>
          <a:lstStyle/>
          <a:p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Tampilan </a:t>
            </a:r>
            <a:r>
              <a:rPr lang="id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navbar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ketika di </a:t>
            </a:r>
            <a:r>
              <a:rPr lang="id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handphone</a:t>
            </a:r>
            <a:endParaRPr lang="id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ambar 4">
            <a:extLst>
              <a:ext uri="{FF2B5EF4-FFF2-40B4-BE49-F238E27FC236}">
                <a16:creationId xmlns:a16="http://schemas.microsoft.com/office/drawing/2014/main" id="{3A91BC94-1349-7C3D-7954-F9E7AD0CD9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29" y="2506662"/>
            <a:ext cx="7735712" cy="4351338"/>
          </a:xfrm>
        </p:spPr>
      </p:pic>
      <p:sp>
        <p:nvSpPr>
          <p:cNvPr id="5" name="Kotak Teks 4">
            <a:extLst>
              <a:ext uri="{FF2B5EF4-FFF2-40B4-BE49-F238E27FC236}">
                <a16:creationId xmlns:a16="http://schemas.microsoft.com/office/drawing/2014/main" id="{6D829F44-8BD6-719F-638C-BDD6CE8CAD74}"/>
              </a:ext>
            </a:extLst>
          </p:cNvPr>
          <p:cNvSpPr txBox="1"/>
          <p:nvPr/>
        </p:nvSpPr>
        <p:spPr>
          <a:xfrm>
            <a:off x="4551885" y="886526"/>
            <a:ext cx="2174775" cy="1899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id-ID" dirty="0"/>
          </a:p>
        </p:txBody>
      </p:sp>
      <p:sp>
        <p:nvSpPr>
          <p:cNvPr id="6" name="Kotak Teks 5">
            <a:extLst>
              <a:ext uri="{FF2B5EF4-FFF2-40B4-BE49-F238E27FC236}">
                <a16:creationId xmlns:a16="http://schemas.microsoft.com/office/drawing/2014/main" id="{07066F28-1451-AE12-983D-72613A55C02D}"/>
              </a:ext>
            </a:extLst>
          </p:cNvPr>
          <p:cNvSpPr txBox="1"/>
          <p:nvPr/>
        </p:nvSpPr>
        <p:spPr>
          <a:xfrm>
            <a:off x="5182191" y="745434"/>
            <a:ext cx="1544470" cy="17612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id-ID" dirty="0"/>
          </a:p>
        </p:txBody>
      </p:sp>
      <p:sp>
        <p:nvSpPr>
          <p:cNvPr id="7" name="Kotak Teks 6">
            <a:extLst>
              <a:ext uri="{FF2B5EF4-FFF2-40B4-BE49-F238E27FC236}">
                <a16:creationId xmlns:a16="http://schemas.microsoft.com/office/drawing/2014/main" id="{9C462A96-C3BD-4C3A-D311-D7EE379F6D3E}"/>
              </a:ext>
            </a:extLst>
          </p:cNvPr>
          <p:cNvSpPr txBox="1"/>
          <p:nvPr/>
        </p:nvSpPr>
        <p:spPr>
          <a:xfrm>
            <a:off x="684029" y="1401512"/>
            <a:ext cx="733826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tampilan </a:t>
            </a:r>
            <a:r>
              <a:rPr lang="id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navbar</a:t>
            </a:r>
            <a:r>
              <a:rPr lang="id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id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handphone</a:t>
            </a:r>
            <a:r>
              <a:rPr lang="id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umumnya berbeda dari versi </a:t>
            </a:r>
            <a:r>
              <a:rPr lang="id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dekstop</a:t>
            </a:r>
            <a:r>
              <a:rPr lang="id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karena terbatasnya ukuran layar.</a:t>
            </a:r>
          </a:p>
          <a:p>
            <a:pPr algn="l"/>
            <a:endParaRPr lang="id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578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4">
            <a:extLst>
              <a:ext uri="{FF2B5EF4-FFF2-40B4-BE49-F238E27FC236}">
                <a16:creationId xmlns:a16="http://schemas.microsoft.com/office/drawing/2014/main" id="{E3058EED-93E1-2B9C-B1A3-1C9F1616EF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012" y="1499414"/>
            <a:ext cx="8403973" cy="4727235"/>
          </a:xfrm>
        </p:spPr>
      </p:pic>
      <p:sp>
        <p:nvSpPr>
          <p:cNvPr id="5" name="Kotak Teks 4">
            <a:extLst>
              <a:ext uri="{FF2B5EF4-FFF2-40B4-BE49-F238E27FC236}">
                <a16:creationId xmlns:a16="http://schemas.microsoft.com/office/drawing/2014/main" id="{C93C508C-15AF-E96F-6A87-3A005FE2679C}"/>
              </a:ext>
            </a:extLst>
          </p:cNvPr>
          <p:cNvSpPr txBox="1"/>
          <p:nvPr/>
        </p:nvSpPr>
        <p:spPr>
          <a:xfrm>
            <a:off x="789214" y="205389"/>
            <a:ext cx="106135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d-ID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Landing </a:t>
            </a:r>
            <a:r>
              <a:rPr lang="id-ID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endParaRPr lang="id-ID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446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2750B8ED-D47E-DA87-D0DA-063A2702C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250" y="-149580"/>
            <a:ext cx="10515600" cy="1325563"/>
          </a:xfrm>
        </p:spPr>
        <p:txBody>
          <a:bodyPr/>
          <a:lstStyle/>
          <a:p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tampilan </a:t>
            </a:r>
            <a:r>
              <a:rPr lang="id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Gambar 4">
            <a:extLst>
              <a:ext uri="{FF2B5EF4-FFF2-40B4-BE49-F238E27FC236}">
                <a16:creationId xmlns:a16="http://schemas.microsoft.com/office/drawing/2014/main" id="{3AC61017-8B77-6E6A-F6A4-0D5CB30E09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2141537"/>
            <a:ext cx="7735712" cy="4351338"/>
          </a:xfrm>
        </p:spPr>
      </p:pic>
      <p:sp>
        <p:nvSpPr>
          <p:cNvPr id="5" name="Kotak Teks 4">
            <a:extLst>
              <a:ext uri="{FF2B5EF4-FFF2-40B4-BE49-F238E27FC236}">
                <a16:creationId xmlns:a16="http://schemas.microsoft.com/office/drawing/2014/main" id="{404C5FB3-E544-03A6-4F69-6E740579C85F}"/>
              </a:ext>
            </a:extLst>
          </p:cNvPr>
          <p:cNvSpPr txBox="1"/>
          <p:nvPr/>
        </p:nvSpPr>
        <p:spPr>
          <a:xfrm>
            <a:off x="1046566" y="1175983"/>
            <a:ext cx="10098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d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Bagian ini kita bisa melihat saat membuka web </a:t>
            </a:r>
            <a:r>
              <a:rPr lang="id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dthrift</a:t>
            </a:r>
            <a:r>
              <a:rPr lang="id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id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hp</a:t>
            </a:r>
            <a:r>
              <a:rPr lang="id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5050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4">
            <a:extLst>
              <a:ext uri="{FF2B5EF4-FFF2-40B4-BE49-F238E27FC236}">
                <a16:creationId xmlns:a16="http://schemas.microsoft.com/office/drawing/2014/main" id="{4BA33DD5-A043-686F-F89C-A73863EA7F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648141"/>
            <a:ext cx="7735712" cy="4351338"/>
          </a:xfrm>
        </p:spPr>
      </p:pic>
      <p:sp>
        <p:nvSpPr>
          <p:cNvPr id="5" name="Kotak Teks 4">
            <a:extLst>
              <a:ext uri="{FF2B5EF4-FFF2-40B4-BE49-F238E27FC236}">
                <a16:creationId xmlns:a16="http://schemas.microsoft.com/office/drawing/2014/main" id="{1F7416E7-C3FF-54CA-C62A-FD49F7BE05AB}"/>
              </a:ext>
            </a:extLst>
          </p:cNvPr>
          <p:cNvSpPr txBox="1"/>
          <p:nvPr/>
        </p:nvSpPr>
        <p:spPr>
          <a:xfrm>
            <a:off x="651959" y="397061"/>
            <a:ext cx="10533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d-ID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Tampilan </a:t>
            </a:r>
            <a:r>
              <a:rPr lang="id-ID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sedbar</a:t>
            </a:r>
            <a:r>
              <a:rPr lang="id-ID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menu</a:t>
            </a:r>
            <a:r>
              <a:rPr lang="id-ID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5840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4">
            <a:extLst>
              <a:ext uri="{FF2B5EF4-FFF2-40B4-BE49-F238E27FC236}">
                <a16:creationId xmlns:a16="http://schemas.microsoft.com/office/drawing/2014/main" id="{3D269AC3-5FA7-82B9-9135-98DE0F267B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656" y="1868221"/>
            <a:ext cx="8568688" cy="4819887"/>
          </a:xfrm>
        </p:spPr>
      </p:pic>
      <p:sp>
        <p:nvSpPr>
          <p:cNvPr id="2" name="Kotak Teks 1">
            <a:extLst>
              <a:ext uri="{FF2B5EF4-FFF2-40B4-BE49-F238E27FC236}">
                <a16:creationId xmlns:a16="http://schemas.microsoft.com/office/drawing/2014/main" id="{14B0AC64-130E-1732-72B4-4C93E2357154}"/>
              </a:ext>
            </a:extLst>
          </p:cNvPr>
          <p:cNvSpPr txBox="1"/>
          <p:nvPr/>
        </p:nvSpPr>
        <p:spPr>
          <a:xfrm>
            <a:off x="958418" y="169892"/>
            <a:ext cx="7063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d-ID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endParaRPr lang="id-ID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Kotak Teks 2">
            <a:extLst>
              <a:ext uri="{FF2B5EF4-FFF2-40B4-BE49-F238E27FC236}">
                <a16:creationId xmlns:a16="http://schemas.microsoft.com/office/drawing/2014/main" id="{73D2A6E3-DE4B-9ABE-596D-A860047CCA8F}"/>
              </a:ext>
            </a:extLst>
          </p:cNvPr>
          <p:cNvSpPr txBox="1"/>
          <p:nvPr/>
        </p:nvSpPr>
        <p:spPr>
          <a:xfrm>
            <a:off x="1953643" y="1057221"/>
            <a:ext cx="9244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d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Bagian ini berisi tentang web kami</a:t>
            </a:r>
          </a:p>
        </p:txBody>
      </p:sp>
    </p:spTree>
    <p:extLst>
      <p:ext uri="{BB962C8B-B14F-4D97-AF65-F5344CB8AC3E}">
        <p14:creationId xmlns:p14="http://schemas.microsoft.com/office/powerpoint/2010/main" val="495028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4">
            <a:extLst>
              <a:ext uri="{FF2B5EF4-FFF2-40B4-BE49-F238E27FC236}">
                <a16:creationId xmlns:a16="http://schemas.microsoft.com/office/drawing/2014/main" id="{D0067D98-C969-8462-05B8-C5D45DFA1C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638554" y="1564456"/>
            <a:ext cx="8914892" cy="5014627"/>
          </a:xfrm>
        </p:spPr>
      </p:pic>
      <p:sp>
        <p:nvSpPr>
          <p:cNvPr id="2" name="Kotak Teks 1">
            <a:extLst>
              <a:ext uri="{FF2B5EF4-FFF2-40B4-BE49-F238E27FC236}">
                <a16:creationId xmlns:a16="http://schemas.microsoft.com/office/drawing/2014/main" id="{4D392CE1-33CE-D978-DB18-2DB38D57FF31}"/>
              </a:ext>
            </a:extLst>
          </p:cNvPr>
          <p:cNvSpPr txBox="1"/>
          <p:nvPr/>
        </p:nvSpPr>
        <p:spPr>
          <a:xfrm>
            <a:off x="206101" y="132758"/>
            <a:ext cx="10347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d-ID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 kami</a:t>
            </a:r>
          </a:p>
        </p:txBody>
      </p:sp>
      <p:sp>
        <p:nvSpPr>
          <p:cNvPr id="3" name="Kotak Teks 2">
            <a:extLst>
              <a:ext uri="{FF2B5EF4-FFF2-40B4-BE49-F238E27FC236}">
                <a16:creationId xmlns:a16="http://schemas.microsoft.com/office/drawing/2014/main" id="{B4DF9503-B0B2-71B5-2CE7-7225671FBFC2}"/>
              </a:ext>
            </a:extLst>
          </p:cNvPr>
          <p:cNvSpPr txBox="1"/>
          <p:nvPr/>
        </p:nvSpPr>
        <p:spPr>
          <a:xfrm>
            <a:off x="780932" y="651898"/>
            <a:ext cx="10950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 bagian ini kami menyediakan berbagai produk pakaian yang kami jual dan produk unggulan kami dan kami menambahkan </a:t>
            </a:r>
            <a:r>
              <a:rPr lang="id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rating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7245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4">
            <a:extLst>
              <a:ext uri="{FF2B5EF4-FFF2-40B4-BE49-F238E27FC236}">
                <a16:creationId xmlns:a16="http://schemas.microsoft.com/office/drawing/2014/main" id="{386B1EDF-C18D-E21B-55A3-950BE0C12C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405" y="1594895"/>
            <a:ext cx="8555189" cy="4812294"/>
          </a:xfrm>
        </p:spPr>
      </p:pic>
      <p:sp>
        <p:nvSpPr>
          <p:cNvPr id="2" name="Kotak Teks 1">
            <a:extLst>
              <a:ext uri="{FF2B5EF4-FFF2-40B4-BE49-F238E27FC236}">
                <a16:creationId xmlns:a16="http://schemas.microsoft.com/office/drawing/2014/main" id="{31372FD5-C498-6C11-BBDA-0E8426ED2548}"/>
              </a:ext>
            </a:extLst>
          </p:cNvPr>
          <p:cNvSpPr txBox="1"/>
          <p:nvPr/>
        </p:nvSpPr>
        <p:spPr>
          <a:xfrm>
            <a:off x="309137" y="166836"/>
            <a:ext cx="10329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d-ID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Kontak Kami</a:t>
            </a:r>
          </a:p>
        </p:txBody>
      </p:sp>
      <p:sp>
        <p:nvSpPr>
          <p:cNvPr id="3" name="Kotak Teks 2">
            <a:extLst>
              <a:ext uri="{FF2B5EF4-FFF2-40B4-BE49-F238E27FC236}">
                <a16:creationId xmlns:a16="http://schemas.microsoft.com/office/drawing/2014/main" id="{C4A1ED56-0DB0-FB8A-507C-60D1264B6DCC}"/>
              </a:ext>
            </a:extLst>
          </p:cNvPr>
          <p:cNvSpPr txBox="1"/>
          <p:nvPr/>
        </p:nvSpPr>
        <p:spPr>
          <a:xfrm>
            <a:off x="798681" y="813167"/>
            <a:ext cx="10205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Bagian ini kami berikan kontak dan alamat toko kami agar pembeli bisa memesan pakaian dan menghubungi kami kalau ada masalah di pengiriman</a:t>
            </a:r>
          </a:p>
        </p:txBody>
      </p:sp>
    </p:spTree>
    <p:extLst>
      <p:ext uri="{BB962C8B-B14F-4D97-AF65-F5344CB8AC3E}">
        <p14:creationId xmlns:p14="http://schemas.microsoft.com/office/powerpoint/2010/main" val="4150981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E0DB041A-EE8E-1DF4-61CA-8B04E72A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495" y="0"/>
            <a:ext cx="10515600" cy="1090248"/>
          </a:xfrm>
        </p:spPr>
        <p:txBody>
          <a:bodyPr/>
          <a:lstStyle/>
          <a:p>
            <a:r>
              <a:rPr lang="id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endParaRPr lang="id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ambar 5">
            <a:extLst>
              <a:ext uri="{FF2B5EF4-FFF2-40B4-BE49-F238E27FC236}">
                <a16:creationId xmlns:a16="http://schemas.microsoft.com/office/drawing/2014/main" id="{FBD96212-BDA2-29C1-54FF-4A73C22AE0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769" y="2339975"/>
            <a:ext cx="7735712" cy="4351338"/>
          </a:xfrm>
        </p:spPr>
      </p:pic>
      <p:sp>
        <p:nvSpPr>
          <p:cNvPr id="4" name="Kotak Teks 3">
            <a:extLst>
              <a:ext uri="{FF2B5EF4-FFF2-40B4-BE49-F238E27FC236}">
                <a16:creationId xmlns:a16="http://schemas.microsoft.com/office/drawing/2014/main" id="{0564FB90-709F-3D73-9BF1-DDF90FBB4A00}"/>
              </a:ext>
            </a:extLst>
          </p:cNvPr>
          <p:cNvSpPr txBox="1"/>
          <p:nvPr/>
        </p:nvSpPr>
        <p:spPr>
          <a:xfrm>
            <a:off x="838200" y="1090248"/>
            <a:ext cx="10515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d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 bagian ini kami membuat halaman </a:t>
            </a:r>
            <a:r>
              <a:rPr lang="id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r>
              <a:rPr lang="id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supaya konsumen bisa membeli produk kami dan memudahkan kami siapa orang tersebut kalau membeli produk kami. Halaman ini kalau punya akun tinggal masuk </a:t>
            </a:r>
          </a:p>
        </p:txBody>
      </p:sp>
    </p:spTree>
    <p:extLst>
      <p:ext uri="{BB962C8B-B14F-4D97-AF65-F5344CB8AC3E}">
        <p14:creationId xmlns:p14="http://schemas.microsoft.com/office/powerpoint/2010/main" val="1868689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5373BBB5-149B-F9FF-C954-A033F226B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Halaman </a:t>
            </a:r>
            <a:r>
              <a:rPr lang="id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id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tampilam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</a:t>
            </a:r>
            <a:endParaRPr lang="id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ambar 4">
            <a:extLst>
              <a:ext uri="{FF2B5EF4-FFF2-40B4-BE49-F238E27FC236}">
                <a16:creationId xmlns:a16="http://schemas.microsoft.com/office/drawing/2014/main" id="{6D89E959-8D92-83FF-2D2B-3468270773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3325225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787C2EF1-CFD7-49F1-3C7A-7A6C4EC13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250" y="-289557"/>
            <a:ext cx="10515600" cy="1325563"/>
          </a:xfrm>
        </p:spPr>
        <p:txBody>
          <a:bodyPr/>
          <a:lstStyle/>
          <a:p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</a:t>
            </a:r>
            <a:r>
              <a:rPr lang="id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Gambar 4">
            <a:extLst>
              <a:ext uri="{FF2B5EF4-FFF2-40B4-BE49-F238E27FC236}">
                <a16:creationId xmlns:a16="http://schemas.microsoft.com/office/drawing/2014/main" id="{4A3B57A2-021F-B12E-D036-CF019F6C6F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611" y="1903965"/>
            <a:ext cx="8270775" cy="4652311"/>
          </a:xfrm>
        </p:spPr>
      </p:pic>
      <p:sp>
        <p:nvSpPr>
          <p:cNvPr id="5" name="Kotak Teks 4">
            <a:extLst>
              <a:ext uri="{FF2B5EF4-FFF2-40B4-BE49-F238E27FC236}">
                <a16:creationId xmlns:a16="http://schemas.microsoft.com/office/drawing/2014/main" id="{129AB601-2F66-18C4-EBAC-2EE44B68981E}"/>
              </a:ext>
            </a:extLst>
          </p:cNvPr>
          <p:cNvSpPr txBox="1"/>
          <p:nvPr/>
        </p:nvSpPr>
        <p:spPr>
          <a:xfrm>
            <a:off x="838199" y="1036006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d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 bagian ini jika konsumen belum mendaftar bisa daftar dulu supaya bisa masuk dan menemukan berbagai </a:t>
            </a:r>
            <a:r>
              <a:rPr lang="id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pakaian,jaket,dll</a:t>
            </a:r>
            <a:r>
              <a:rPr lang="id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6416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8FA4BA0C-734C-7E56-4D5E-169D7CCDD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Tampilan </a:t>
            </a:r>
            <a:r>
              <a:rPr lang="id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saat mau mendaftar</a:t>
            </a:r>
          </a:p>
        </p:txBody>
      </p:sp>
      <p:pic>
        <p:nvPicPr>
          <p:cNvPr id="4" name="Gambar 4">
            <a:extLst>
              <a:ext uri="{FF2B5EF4-FFF2-40B4-BE49-F238E27FC236}">
                <a16:creationId xmlns:a16="http://schemas.microsoft.com/office/drawing/2014/main" id="{001BB200-9B2B-8A4C-E674-3CD1F8924E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96619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2811307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F2FAE9E9-BB04-B3B2-F7A4-4EE42D9E1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83" y="99697"/>
            <a:ext cx="10515600" cy="1325563"/>
          </a:xfrm>
        </p:spPr>
        <p:txBody>
          <a:bodyPr/>
          <a:lstStyle/>
          <a:p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 </a:t>
            </a:r>
            <a:r>
              <a:rPr lang="id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chek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Gambar 4">
            <a:extLst>
              <a:ext uri="{FF2B5EF4-FFF2-40B4-BE49-F238E27FC236}">
                <a16:creationId xmlns:a16="http://schemas.microsoft.com/office/drawing/2014/main" id="{0A901DC9-E3CC-9E71-ECBD-5BBD843D59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2071460"/>
            <a:ext cx="7735712" cy="4351338"/>
          </a:xfrm>
        </p:spPr>
      </p:pic>
      <p:sp>
        <p:nvSpPr>
          <p:cNvPr id="5" name="Kotak Teks 4">
            <a:extLst>
              <a:ext uri="{FF2B5EF4-FFF2-40B4-BE49-F238E27FC236}">
                <a16:creationId xmlns:a16="http://schemas.microsoft.com/office/drawing/2014/main" id="{43F07FE4-4F6E-2146-8E65-F1A0548BBEE8}"/>
              </a:ext>
            </a:extLst>
          </p:cNvPr>
          <p:cNvSpPr txBox="1"/>
          <p:nvPr/>
        </p:nvSpPr>
        <p:spPr>
          <a:xfrm>
            <a:off x="997936" y="1155838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d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 bagian ini kami beberapa produk yang keren </a:t>
            </a:r>
            <a:r>
              <a:rPr lang="id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keren</a:t>
            </a:r>
            <a:r>
              <a:rPr lang="id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nah di halaman ini kami menambahkan jaket yang keren dan siap di jual </a:t>
            </a:r>
          </a:p>
        </p:txBody>
      </p:sp>
    </p:spTree>
    <p:extLst>
      <p:ext uri="{BB962C8B-B14F-4D97-AF65-F5344CB8AC3E}">
        <p14:creationId xmlns:p14="http://schemas.microsoft.com/office/powerpoint/2010/main" val="2136424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AAB144E1-822B-F7E0-46F8-C6BC74A4A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 halaman ini yaitu khusus celana yang kualitas bagus dan harga kualitas. Nah saat konsumen mendaftar nanti langsung masuk ke halaman ini</a:t>
            </a:r>
          </a:p>
        </p:txBody>
      </p:sp>
      <p:pic>
        <p:nvPicPr>
          <p:cNvPr id="4" name="Gambar 4">
            <a:extLst>
              <a:ext uri="{FF2B5EF4-FFF2-40B4-BE49-F238E27FC236}">
                <a16:creationId xmlns:a16="http://schemas.microsoft.com/office/drawing/2014/main" id="{F1EFAFB1-B9E3-F852-CD02-41631B5D54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920963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2892348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2C9161CD-3D64-A091-3F44-88D0781F7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 halaman ini juga kami menambahkan produk baju yang berkualitas</a:t>
            </a:r>
          </a:p>
        </p:txBody>
      </p:sp>
      <p:pic>
        <p:nvPicPr>
          <p:cNvPr id="4" name="Gambar 4">
            <a:extLst>
              <a:ext uri="{FF2B5EF4-FFF2-40B4-BE49-F238E27FC236}">
                <a16:creationId xmlns:a16="http://schemas.microsoft.com/office/drawing/2014/main" id="{BA912DC1-1557-B620-101A-2769C070F3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660" y="1896620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2327431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580470F6-9616-B0B5-9F06-8CF47EA0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900" y="621196"/>
            <a:ext cx="10217899" cy="1069492"/>
          </a:xfrm>
        </p:spPr>
        <p:txBody>
          <a:bodyPr>
            <a:normAutofit fontScale="90000"/>
          </a:bodyPr>
          <a:lstStyle/>
          <a:p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 kami juga menambahkan sepatu yang keren </a:t>
            </a:r>
            <a:r>
              <a:rPr lang="id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keren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siap di beli dan di pakai</a:t>
            </a:r>
          </a:p>
        </p:txBody>
      </p:sp>
      <p:pic>
        <p:nvPicPr>
          <p:cNvPr id="4" name="Gambar 4">
            <a:extLst>
              <a:ext uri="{FF2B5EF4-FFF2-40B4-BE49-F238E27FC236}">
                <a16:creationId xmlns:a16="http://schemas.microsoft.com/office/drawing/2014/main" id="{E0A49B03-9874-3196-15C7-E775FACD20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2062951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3299602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BF021FB3-5840-65FC-BCEB-E3E824D46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 tampilan </a:t>
            </a:r>
            <a:r>
              <a:rPr lang="id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kalau konsumen membeli di HP</a:t>
            </a:r>
          </a:p>
        </p:txBody>
      </p:sp>
      <p:pic>
        <p:nvPicPr>
          <p:cNvPr id="4" name="Gambar 4">
            <a:extLst>
              <a:ext uri="{FF2B5EF4-FFF2-40B4-BE49-F238E27FC236}">
                <a16:creationId xmlns:a16="http://schemas.microsoft.com/office/drawing/2014/main" id="{9579C0C0-5624-452F-3D17-27427980C2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383" y="2141537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809782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1F47777F-0EDB-BCB7-79CE-EF4A4074B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Pada bagian ini kami menambahkan </a:t>
            </a:r>
            <a:r>
              <a:rPr lang="id-ID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profile</a:t>
            </a:r>
            <a:r>
              <a:rPr lang="id-ID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supaya konsumen bisa mengunjungi web kami dengan gampang</a:t>
            </a:r>
          </a:p>
        </p:txBody>
      </p:sp>
      <p:pic>
        <p:nvPicPr>
          <p:cNvPr id="4" name="Gambar 4">
            <a:extLst>
              <a:ext uri="{FF2B5EF4-FFF2-40B4-BE49-F238E27FC236}">
                <a16:creationId xmlns:a16="http://schemas.microsoft.com/office/drawing/2014/main" id="{EBE7C285-2C66-84C0-F2B7-FEE7A11ABA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838380" y="1952329"/>
            <a:ext cx="8072081" cy="4540546"/>
          </a:xfrm>
        </p:spPr>
      </p:pic>
    </p:spTree>
    <p:extLst>
      <p:ext uri="{BB962C8B-B14F-4D97-AF65-F5344CB8AC3E}">
        <p14:creationId xmlns:p14="http://schemas.microsoft.com/office/powerpoint/2010/main" val="4090266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4AA435A3-98A6-94E9-D9FC-5C5350CE2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Tampilan lebih lebar saat membuka </a:t>
            </a:r>
            <a:r>
              <a:rPr lang="id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profile</a:t>
            </a:r>
            <a:endParaRPr lang="id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ambar 4">
            <a:extLst>
              <a:ext uri="{FF2B5EF4-FFF2-40B4-BE49-F238E27FC236}">
                <a16:creationId xmlns:a16="http://schemas.microsoft.com/office/drawing/2014/main" id="{1A5F3304-8AB5-7F33-1F00-94FCC45AA6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2319553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8B3E7EC9-E181-7BD3-39C6-BFEC719D4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979" y="-73508"/>
            <a:ext cx="9846365" cy="877266"/>
          </a:xfrm>
        </p:spPr>
        <p:txBody>
          <a:bodyPr/>
          <a:lstStyle/>
          <a:p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katalog</a:t>
            </a:r>
          </a:p>
        </p:txBody>
      </p:sp>
      <p:pic>
        <p:nvPicPr>
          <p:cNvPr id="4" name="Gambar 4">
            <a:extLst>
              <a:ext uri="{FF2B5EF4-FFF2-40B4-BE49-F238E27FC236}">
                <a16:creationId xmlns:a16="http://schemas.microsoft.com/office/drawing/2014/main" id="{04914987-FA56-0A1B-D737-9FF9B71B41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486" y="2071047"/>
            <a:ext cx="7861028" cy="4421828"/>
          </a:xfrm>
        </p:spPr>
      </p:pic>
      <p:sp>
        <p:nvSpPr>
          <p:cNvPr id="5" name="Kotak Teks 4">
            <a:extLst>
              <a:ext uri="{FF2B5EF4-FFF2-40B4-BE49-F238E27FC236}">
                <a16:creationId xmlns:a16="http://schemas.microsoft.com/office/drawing/2014/main" id="{41394E49-1C24-55CC-44C0-C8F4ADDD136D}"/>
              </a:ext>
            </a:extLst>
          </p:cNvPr>
          <p:cNvSpPr txBox="1"/>
          <p:nvPr/>
        </p:nvSpPr>
        <p:spPr>
          <a:xfrm>
            <a:off x="957824" y="1083459"/>
            <a:ext cx="102763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d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Dibagian</a:t>
            </a:r>
            <a:r>
              <a:rPr lang="id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id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menambahkan katalog yaitu </a:t>
            </a:r>
            <a:r>
              <a:rPr lang="id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id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baju, diskon, tampilan warna, estimasi pengiriman, garansi, dan penjelasan tentang baju tersebut</a:t>
            </a:r>
          </a:p>
        </p:txBody>
      </p:sp>
    </p:spTree>
    <p:extLst>
      <p:ext uri="{BB962C8B-B14F-4D97-AF65-F5344CB8AC3E}">
        <p14:creationId xmlns:p14="http://schemas.microsoft.com/office/powerpoint/2010/main" val="1624678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CB96DB52-1663-76DF-F875-BD0F444A9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Tampilan </a:t>
            </a:r>
            <a:r>
              <a:rPr lang="id-ID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full</a:t>
            </a:r>
            <a:r>
              <a:rPr lang="id-ID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saat mau memesan baju tersebut</a:t>
            </a:r>
          </a:p>
        </p:txBody>
      </p:sp>
      <p:pic>
        <p:nvPicPr>
          <p:cNvPr id="4" name="Gambar 4">
            <a:extLst>
              <a:ext uri="{FF2B5EF4-FFF2-40B4-BE49-F238E27FC236}">
                <a16:creationId xmlns:a16="http://schemas.microsoft.com/office/drawing/2014/main" id="{10CF8C53-EB70-EDE8-69E2-F19D94D590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426" y="2141537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16820945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8332A12-BF00-7B69-B71D-269DE0ABE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 bagian ini </a:t>
            </a:r>
            <a:r>
              <a:rPr lang="id-ID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lah</a:t>
            </a:r>
            <a:r>
              <a:rPr lang="id-ID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konsumen bisa memilih mau membayar lewat mana </a:t>
            </a:r>
          </a:p>
        </p:txBody>
      </p:sp>
      <p:pic>
        <p:nvPicPr>
          <p:cNvPr id="4" name="Gambar 4">
            <a:extLst>
              <a:ext uri="{FF2B5EF4-FFF2-40B4-BE49-F238E27FC236}">
                <a16:creationId xmlns:a16="http://schemas.microsoft.com/office/drawing/2014/main" id="{6AB044E4-88AE-509D-6DBF-34366F4D28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3" y="1964556"/>
            <a:ext cx="8050345" cy="4528319"/>
          </a:xfrm>
        </p:spPr>
      </p:pic>
    </p:spTree>
    <p:extLst>
      <p:ext uri="{BB962C8B-B14F-4D97-AF65-F5344CB8AC3E}">
        <p14:creationId xmlns:p14="http://schemas.microsoft.com/office/powerpoint/2010/main" val="398757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110E7814-487A-3D12-AFF0-2CD718788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88757" cy="1513744"/>
          </a:xfrm>
        </p:spPr>
        <p:txBody>
          <a:bodyPr>
            <a:noAutofit/>
          </a:bodyPr>
          <a:lstStyle/>
          <a:p>
            <a:r>
              <a:rPr lang="id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Jika sudah di tentukan pembayarannya lalu </a:t>
            </a:r>
            <a:r>
              <a:rPr lang="id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mengklik</a:t>
            </a:r>
            <a:r>
              <a:rPr lang="id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konfirmasi pesanan otomatis ada tulisan pembayaran berhasil dan akan mengarah ke halaman utama </a:t>
            </a:r>
          </a:p>
        </p:txBody>
      </p:sp>
      <p:pic>
        <p:nvPicPr>
          <p:cNvPr id="4" name="Gambar 4">
            <a:extLst>
              <a:ext uri="{FF2B5EF4-FFF2-40B4-BE49-F238E27FC236}">
                <a16:creationId xmlns:a16="http://schemas.microsoft.com/office/drawing/2014/main" id="{9E3EAFFC-20EE-000B-2D5E-C608D266FA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709" y="1878869"/>
            <a:ext cx="7892581" cy="4439577"/>
          </a:xfrm>
        </p:spPr>
      </p:pic>
    </p:spTree>
    <p:extLst>
      <p:ext uri="{BB962C8B-B14F-4D97-AF65-F5344CB8AC3E}">
        <p14:creationId xmlns:p14="http://schemas.microsoft.com/office/powerpoint/2010/main" val="33310515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0B716CCD-8121-42DC-56AB-73CCF23B3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Pada halaman ini kita bisa melihat </a:t>
            </a:r>
            <a:r>
              <a:rPr lang="id-ID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full</a:t>
            </a:r>
            <a:r>
              <a:rPr lang="id-ID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opsi pembayaran </a:t>
            </a:r>
            <a:r>
              <a:rPr lang="id-ID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nya</a:t>
            </a:r>
            <a:r>
              <a:rPr lang="id-ID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mau lewat mana</a:t>
            </a:r>
          </a:p>
        </p:txBody>
      </p:sp>
      <p:pic>
        <p:nvPicPr>
          <p:cNvPr id="4" name="Gambar 4">
            <a:extLst>
              <a:ext uri="{FF2B5EF4-FFF2-40B4-BE49-F238E27FC236}">
                <a16:creationId xmlns:a16="http://schemas.microsoft.com/office/drawing/2014/main" id="{BB465E11-1CC8-56E0-15C8-E2189E35CC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4"/>
            <a:ext cx="7870722" cy="4427281"/>
          </a:xfrm>
        </p:spPr>
      </p:pic>
    </p:spTree>
    <p:extLst>
      <p:ext uri="{BB962C8B-B14F-4D97-AF65-F5344CB8AC3E}">
        <p14:creationId xmlns:p14="http://schemas.microsoft.com/office/powerpoint/2010/main" val="37040828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D830BB7B-EE6D-3ABE-BA4C-09CFF5F1A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0093" y="365126"/>
            <a:ext cx="6703707" cy="1178990"/>
          </a:xfrm>
        </p:spPr>
        <p:txBody>
          <a:bodyPr/>
          <a:lstStyle/>
          <a:p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kesimpulan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90CF6108-7E8F-BA83-D68B-68ACDBC56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0259"/>
            <a:ext cx="10515600" cy="4351338"/>
          </a:xfrm>
        </p:spPr>
        <p:txBody>
          <a:bodyPr/>
          <a:lstStyle/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565538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0DECA200-18D0-4966-0602-73E27D7B3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3339" y="223137"/>
            <a:ext cx="6650461" cy="1303229"/>
          </a:xfrm>
        </p:spPr>
        <p:txBody>
          <a:bodyPr/>
          <a:lstStyle/>
          <a:p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Manfaat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3197F4E0-B494-64B0-8D52-BB63CEEB0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766207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Layar Lebar</PresentationFormat>
  <Slides>28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Judul Slide</vt:lpstr>
      </vt:variant>
      <vt:variant>
        <vt:i4>28</vt:i4>
      </vt:variant>
    </vt:vector>
  </HeadingPairs>
  <TitlesOfParts>
    <vt:vector size="29" baseType="lpstr">
      <vt:lpstr>Tema Office</vt:lpstr>
      <vt:lpstr>Project Situs Web Dtrifht outfit</vt:lpstr>
      <vt:lpstr>Pendahuluan</vt:lpstr>
      <vt:lpstr>Tampilan nav bar saat di laptop</vt:lpstr>
      <vt:lpstr>Tampilan navbar ketika di handphone</vt:lpstr>
      <vt:lpstr>Presentasi PowerPoint</vt:lpstr>
      <vt:lpstr>tampilan mobile </vt:lpstr>
      <vt:lpstr>Presentasi PowerPoint</vt:lpstr>
      <vt:lpstr>Presentasi PowerPoint</vt:lpstr>
      <vt:lpstr>Presentasi PowerPoint</vt:lpstr>
      <vt:lpstr>Presentasi PowerPoint</vt:lpstr>
      <vt:lpstr>Login page</vt:lpstr>
      <vt:lpstr>Halaman login di tampilam mobile</vt:lpstr>
      <vt:lpstr>Register page </vt:lpstr>
      <vt:lpstr>Tampilan mobile saat mau mendaftar</vt:lpstr>
      <vt:lpstr>Menu chek out </vt:lpstr>
      <vt:lpstr>Di halaman ini yaitu khusus celana yang kualitas bagus dan harga kualitas. Nah saat konsumen mendaftar nanti langsung masuk ke halaman ini</vt:lpstr>
      <vt:lpstr>Di halaman ini juga kami menambahkan produk baju yang berkualitas</vt:lpstr>
      <vt:lpstr>Dan kami juga menambahkan sepatu yang keren keren dan siap di beli dan di pakai</vt:lpstr>
      <vt:lpstr>Ini tampilan mobile kalau konsumen membeli di HP</vt:lpstr>
      <vt:lpstr>Pada bagian ini kami menambahkan profile supaya konsumen bisa mengunjungi web kami dengan gampang</vt:lpstr>
      <vt:lpstr>Tampilan lebih lebar saat membuka profile</vt:lpstr>
      <vt:lpstr>katalog</vt:lpstr>
      <vt:lpstr>Tampilan full saat mau memesan baju tersebut</vt:lpstr>
      <vt:lpstr>Di bagian ini lah konsumen bisa memilih mau membayar lewat mana </vt:lpstr>
      <vt:lpstr>Jika sudah di tentukan pembayarannya lalu mengklik konfirmasi pesanan otomatis ada tulisan pembayaran berhasil dan akan mengarah ke halaman utama </vt:lpstr>
      <vt:lpstr>Pada halaman ini kita bisa melihat full opsi pembayaran nya mau lewat mana</vt:lpstr>
      <vt:lpstr>kesimpulan</vt:lpstr>
      <vt:lpstr>Manfaat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Situs Web</dc:title>
  <dc:creator>abdullahrichie22@gmail.com</dc:creator>
  <cp:lastModifiedBy>rularul286@gmail.com</cp:lastModifiedBy>
  <cp:revision>13</cp:revision>
  <dcterms:created xsi:type="dcterms:W3CDTF">2025-05-01T11:58:01Z</dcterms:created>
  <dcterms:modified xsi:type="dcterms:W3CDTF">2025-05-29T13:50:47Z</dcterms:modified>
</cp:coreProperties>
</file>